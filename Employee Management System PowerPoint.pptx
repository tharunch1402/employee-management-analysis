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6" r:id="rId1"/>
  </p:sldMasterIdLst>
  <p:notesMasterIdLst>
    <p:notesMasterId r:id="rId25"/>
  </p:notesMasterIdLst>
  <p:sldIdLst>
    <p:sldId id="256" r:id="rId2"/>
    <p:sldId id="282" r:id="rId3"/>
    <p:sldId id="260" r:id="rId4"/>
    <p:sldId id="271" r:id="rId5"/>
    <p:sldId id="284" r:id="rId6"/>
    <p:sldId id="285" r:id="rId7"/>
    <p:sldId id="286" r:id="rId8"/>
    <p:sldId id="287" r:id="rId9"/>
    <p:sldId id="288" r:id="rId10"/>
    <p:sldId id="289" r:id="rId11"/>
    <p:sldId id="261" r:id="rId12"/>
    <p:sldId id="283" r:id="rId13"/>
    <p:sldId id="272" r:id="rId14"/>
    <p:sldId id="273" r:id="rId15"/>
    <p:sldId id="274" r:id="rId16"/>
    <p:sldId id="275" r:id="rId17"/>
    <p:sldId id="276" r:id="rId18"/>
    <p:sldId id="277" r:id="rId19"/>
    <p:sldId id="291" r:id="rId20"/>
    <p:sldId id="269" r:id="rId21"/>
    <p:sldId id="270" r:id="rId22"/>
    <p:sldId id="259" r:id="rId23"/>
    <p:sldId id="281" r:id="rId24"/>
  </p:sldIdLst>
  <p:sldSz cx="12192000" cy="6858000"/>
  <p:notesSz cx="6858000" cy="9144000"/>
  <p:embeddedFontLst>
    <p:embeddedFont>
      <p:font typeface="Algerian" panose="04020705040A02060702" pitchFamily="82" charset="0"/>
      <p:regular r:id="rId26"/>
    </p:embeddedFont>
    <p:embeddedFont>
      <p:font typeface="Bell MT" panose="02020503060305020303" pitchFamily="18" charset="0"/>
      <p:regular r:id="rId27"/>
      <p:bold r:id="rId28"/>
      <p:italic r:id="rId29"/>
    </p:embeddedFont>
    <p:embeddedFont>
      <p:font typeface="Cambria" panose="02040503050406030204" pitchFamily="18" charset="0"/>
      <p:regular r:id="rId30"/>
      <p:bold r:id="rId31"/>
      <p:italic r:id="rId32"/>
      <p:boldItalic r:id="rId33"/>
    </p:embeddedFont>
    <p:embeddedFont>
      <p:font typeface="Libre Baskerville" panose="02000000000000000000" pitchFamily="2" charset="0"/>
      <p:regular r:id="rId34"/>
      <p:bold r:id="rId35"/>
      <p:italic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D56FA38-0689-4393-8619-2D58AA03395F}">
          <p14:sldIdLst>
            <p14:sldId id="256"/>
          </p14:sldIdLst>
        </p14:section>
        <p14:section name="Untitled Section" id="{F333812E-9927-4EF6-98A2-DFEB66120960}">
          <p14:sldIdLst>
            <p14:sldId id="282"/>
            <p14:sldId id="260"/>
            <p14:sldId id="271"/>
            <p14:sldId id="284"/>
            <p14:sldId id="285"/>
            <p14:sldId id="286"/>
            <p14:sldId id="287"/>
            <p14:sldId id="288"/>
            <p14:sldId id="289"/>
            <p14:sldId id="261"/>
            <p14:sldId id="283"/>
            <p14:sldId id="272"/>
            <p14:sldId id="273"/>
            <p14:sldId id="274"/>
            <p14:sldId id="275"/>
            <p14:sldId id="276"/>
            <p14:sldId id="277"/>
            <p14:sldId id="291"/>
            <p14:sldId id="269"/>
            <p14:sldId id="270"/>
            <p14:sldId id="259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5033" autoAdjust="0"/>
  </p:normalViewPr>
  <p:slideViewPr>
    <p:cSldViewPr snapToGrid="0">
      <p:cViewPr varScale="1">
        <p:scale>
          <a:sx n="85" d="100"/>
          <a:sy n="85" d="100"/>
        </p:scale>
        <p:origin x="58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run kumar" userId="abd40af96d33c488" providerId="LiveId" clId="{2D797E2E-281E-46F2-9CF0-A4E34B3899AA}"/>
    <pc:docChg chg="undo custSel addSld delSld modSld sldOrd modSection">
      <pc:chgData name="tharun kumar" userId="abd40af96d33c488" providerId="LiveId" clId="{2D797E2E-281E-46F2-9CF0-A4E34B3899AA}" dt="2026-02-13T09:31:44.483" v="1728" actId="1035"/>
      <pc:docMkLst>
        <pc:docMk/>
      </pc:docMkLst>
      <pc:sldChg chg="addSp delSp modSp mod">
        <pc:chgData name="tharun kumar" userId="abd40af96d33c488" providerId="LiveId" clId="{2D797E2E-281E-46F2-9CF0-A4E34B3899AA}" dt="2026-02-13T06:12:29.410" v="1709" actId="1076"/>
        <pc:sldMkLst>
          <pc:docMk/>
          <pc:sldMk cId="0" sldId="259"/>
        </pc:sldMkLst>
        <pc:spChg chg="mod">
          <ac:chgData name="tharun kumar" userId="abd40af96d33c488" providerId="LiveId" clId="{2D797E2E-281E-46F2-9CF0-A4E34B3899AA}" dt="2026-02-13T05:07:14.706" v="1688" actId="14100"/>
          <ac:spMkLst>
            <pc:docMk/>
            <pc:sldMk cId="0" sldId="259"/>
            <ac:spMk id="117" creationId="{00000000-0000-0000-0000-000000000000}"/>
          </ac:spMkLst>
        </pc:spChg>
        <pc:picChg chg="del mod">
          <ac:chgData name="tharun kumar" userId="abd40af96d33c488" providerId="LiveId" clId="{2D797E2E-281E-46F2-9CF0-A4E34B3899AA}" dt="2026-02-13T05:07:07.854" v="1677" actId="478"/>
          <ac:picMkLst>
            <pc:docMk/>
            <pc:sldMk cId="0" sldId="259"/>
            <ac:picMk id="116" creationId="{00000000-0000-0000-0000-000000000000}"/>
          </ac:picMkLst>
        </pc:picChg>
        <pc:picChg chg="add mod">
          <ac:chgData name="tharun kumar" userId="abd40af96d33c488" providerId="LiveId" clId="{2D797E2E-281E-46F2-9CF0-A4E34B3899AA}" dt="2026-02-13T06:12:29.410" v="1709" actId="1076"/>
          <ac:picMkLst>
            <pc:docMk/>
            <pc:sldMk cId="0" sldId="259"/>
            <ac:picMk id="1026" creationId="{A976B93C-A8EA-1537-162B-5CB4794ABD68}"/>
          </ac:picMkLst>
        </pc:picChg>
      </pc:sldChg>
      <pc:sldChg chg="addSp modSp mod">
        <pc:chgData name="tharun kumar" userId="abd40af96d33c488" providerId="LiveId" clId="{2D797E2E-281E-46F2-9CF0-A4E34B3899AA}" dt="2026-02-13T06:17:08.871" v="1710" actId="20577"/>
        <pc:sldMkLst>
          <pc:docMk/>
          <pc:sldMk cId="0" sldId="260"/>
        </pc:sldMkLst>
        <pc:spChg chg="mod">
          <ac:chgData name="tharun kumar" userId="abd40af96d33c488" providerId="LiveId" clId="{2D797E2E-281E-46F2-9CF0-A4E34B3899AA}" dt="2026-02-13T06:17:08.871" v="1710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tharun kumar" userId="abd40af96d33c488" providerId="LiveId" clId="{2D797E2E-281E-46F2-9CF0-A4E34B3899AA}" dt="2026-02-13T04:23:43.989" v="457" actId="20577"/>
          <ac:spMkLst>
            <pc:docMk/>
            <pc:sldMk cId="0" sldId="260"/>
            <ac:spMk id="3" creationId="{00000000-0000-0000-0000-000000000000}"/>
          </ac:spMkLst>
        </pc:spChg>
        <pc:spChg chg="add">
          <ac:chgData name="tharun kumar" userId="abd40af96d33c488" providerId="LiveId" clId="{2D797E2E-281E-46F2-9CF0-A4E34B3899AA}" dt="2026-02-13T03:57:00.112" v="419"/>
          <ac:spMkLst>
            <pc:docMk/>
            <pc:sldMk cId="0" sldId="260"/>
            <ac:spMk id="4" creationId="{549FDD99-1131-AF36-E813-5CA81F98E796}"/>
          </ac:spMkLst>
        </pc:spChg>
        <pc:picChg chg="mod">
          <ac:chgData name="tharun kumar" userId="abd40af96d33c488" providerId="LiveId" clId="{2D797E2E-281E-46F2-9CF0-A4E34B3899AA}" dt="2026-02-13T03:40:16.436" v="6" actId="1076"/>
          <ac:picMkLst>
            <pc:docMk/>
            <pc:sldMk cId="0" sldId="260"/>
            <ac:picMk id="5" creationId="{00000000-0000-0000-0000-000000000000}"/>
          </ac:picMkLst>
        </pc:picChg>
      </pc:sldChg>
      <pc:sldChg chg="ord">
        <pc:chgData name="tharun kumar" userId="abd40af96d33c488" providerId="LiveId" clId="{2D797E2E-281E-46F2-9CF0-A4E34B3899AA}" dt="2026-02-13T04:48:17.944" v="1409"/>
        <pc:sldMkLst>
          <pc:docMk/>
          <pc:sldMk cId="0" sldId="261"/>
        </pc:sldMkLst>
      </pc:sldChg>
      <pc:sldChg chg="modSp del mod">
        <pc:chgData name="tharun kumar" userId="abd40af96d33c488" providerId="LiveId" clId="{2D797E2E-281E-46F2-9CF0-A4E34B3899AA}" dt="2026-02-13T04:48:11.734" v="1407" actId="2696"/>
        <pc:sldMkLst>
          <pc:docMk/>
          <pc:sldMk cId="0" sldId="262"/>
        </pc:sldMkLst>
        <pc:spChg chg="mod">
          <ac:chgData name="tharun kumar" userId="abd40af96d33c488" providerId="LiveId" clId="{2D797E2E-281E-46F2-9CF0-A4E34B3899AA}" dt="2026-02-13T04:22:34.237" v="447" actId="20577"/>
          <ac:spMkLst>
            <pc:docMk/>
            <pc:sldMk cId="0" sldId="262"/>
            <ac:spMk id="5" creationId="{00000000-0000-0000-0000-000000000000}"/>
          </ac:spMkLst>
        </pc:spChg>
        <pc:picChg chg="mod">
          <ac:chgData name="tharun kumar" userId="abd40af96d33c488" providerId="LiveId" clId="{2D797E2E-281E-46F2-9CF0-A4E34B3899AA}" dt="2026-02-13T04:22:43.048" v="451" actId="1076"/>
          <ac:picMkLst>
            <pc:docMk/>
            <pc:sldMk cId="0" sldId="262"/>
            <ac:picMk id="8" creationId="{00000000-0000-0000-0000-000000000000}"/>
          </ac:picMkLst>
        </pc:picChg>
        <pc:picChg chg="mod">
          <ac:chgData name="tharun kumar" userId="abd40af96d33c488" providerId="LiveId" clId="{2D797E2E-281E-46F2-9CF0-A4E34B3899AA}" dt="2026-02-13T04:22:31.248" v="446" actId="1076"/>
          <ac:picMkLst>
            <pc:docMk/>
            <pc:sldMk cId="0" sldId="262"/>
            <ac:picMk id="10" creationId="{00000000-0000-0000-0000-000000000000}"/>
          </ac:picMkLst>
        </pc:picChg>
        <pc:picChg chg="mod">
          <ac:chgData name="tharun kumar" userId="abd40af96d33c488" providerId="LiveId" clId="{2D797E2E-281E-46F2-9CF0-A4E34B3899AA}" dt="2026-02-13T04:22:45.869" v="452" actId="1076"/>
          <ac:picMkLst>
            <pc:docMk/>
            <pc:sldMk cId="0" sldId="262"/>
            <ac:picMk id="17" creationId="{00000000-0000-0000-0000-000000000000}"/>
          </ac:picMkLst>
        </pc:picChg>
        <pc:picChg chg="mod">
          <ac:chgData name="tharun kumar" userId="abd40af96d33c488" providerId="LiveId" clId="{2D797E2E-281E-46F2-9CF0-A4E34B3899AA}" dt="2026-02-13T04:22:36.699" v="448" actId="1076"/>
          <ac:picMkLst>
            <pc:docMk/>
            <pc:sldMk cId="0" sldId="262"/>
            <ac:picMk id="19" creationId="{00000000-0000-0000-0000-000000000000}"/>
          </ac:picMkLst>
        </pc:picChg>
        <pc:picChg chg="mod">
          <ac:chgData name="tharun kumar" userId="abd40af96d33c488" providerId="LiveId" clId="{2D797E2E-281E-46F2-9CF0-A4E34B3899AA}" dt="2026-02-13T04:22:37.880" v="449" actId="1076"/>
          <ac:picMkLst>
            <pc:docMk/>
            <pc:sldMk cId="0" sldId="262"/>
            <ac:picMk id="23" creationId="{00000000-0000-0000-0000-000000000000}"/>
          </ac:picMkLst>
        </pc:picChg>
        <pc:picChg chg="mod">
          <ac:chgData name="tharun kumar" userId="abd40af96d33c488" providerId="LiveId" clId="{2D797E2E-281E-46F2-9CF0-A4E34B3899AA}" dt="2026-02-13T04:22:39.515" v="450" actId="1076"/>
          <ac:picMkLst>
            <pc:docMk/>
            <pc:sldMk cId="0" sldId="262"/>
            <ac:picMk id="25" creationId="{00000000-0000-0000-0000-000000000000}"/>
          </ac:picMkLst>
        </pc:picChg>
      </pc:sldChg>
      <pc:sldChg chg="modSp mod">
        <pc:chgData name="tharun kumar" userId="abd40af96d33c488" providerId="LiveId" clId="{2D797E2E-281E-46F2-9CF0-A4E34B3899AA}" dt="2026-02-13T04:50:39.579" v="1416" actId="14100"/>
        <pc:sldMkLst>
          <pc:docMk/>
          <pc:sldMk cId="0" sldId="269"/>
        </pc:sldMkLst>
        <pc:spChg chg="mod">
          <ac:chgData name="tharun kumar" userId="abd40af96d33c488" providerId="LiveId" clId="{2D797E2E-281E-46F2-9CF0-A4E34B3899AA}" dt="2026-02-13T04:50:39.579" v="1416" actId="14100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tharun kumar" userId="abd40af96d33c488" providerId="LiveId" clId="{2D797E2E-281E-46F2-9CF0-A4E34B3899AA}" dt="2026-02-13T04:50:02.431" v="1412" actId="2711"/>
        <pc:sldMkLst>
          <pc:docMk/>
          <pc:sldMk cId="0" sldId="270"/>
        </pc:sldMkLst>
        <pc:spChg chg="mod">
          <ac:chgData name="tharun kumar" userId="abd40af96d33c488" providerId="LiveId" clId="{2D797E2E-281E-46F2-9CF0-A4E34B3899AA}" dt="2026-02-13T04:50:02.431" v="1412" actId="2711"/>
          <ac:spMkLst>
            <pc:docMk/>
            <pc:sldMk cId="0" sldId="270"/>
            <ac:spMk id="3" creationId="{00000000-0000-0000-0000-000000000000}"/>
          </ac:spMkLst>
        </pc:spChg>
      </pc:sldChg>
      <pc:sldChg chg="addSp delSp modSp mod">
        <pc:chgData name="tharun kumar" userId="abd40af96d33c488" providerId="LiveId" clId="{2D797E2E-281E-46F2-9CF0-A4E34B3899AA}" dt="2026-02-13T04:23:59.872" v="458" actId="20577"/>
        <pc:sldMkLst>
          <pc:docMk/>
          <pc:sldMk cId="0" sldId="271"/>
        </pc:sldMkLst>
        <pc:spChg chg="mod">
          <ac:chgData name="tharun kumar" userId="abd40af96d33c488" providerId="LiveId" clId="{2D797E2E-281E-46F2-9CF0-A4E34B3899AA}" dt="2026-02-13T03:45:26.231" v="55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tharun kumar" userId="abd40af96d33c488" providerId="LiveId" clId="{2D797E2E-281E-46F2-9CF0-A4E34B3899AA}" dt="2026-02-13T04:23:59.872" v="458" actId="20577"/>
          <ac:spMkLst>
            <pc:docMk/>
            <pc:sldMk cId="0" sldId="271"/>
            <ac:spMk id="3" creationId="{00000000-0000-0000-0000-000000000000}"/>
          </ac:spMkLst>
        </pc:spChg>
        <pc:spChg chg="add">
          <ac:chgData name="tharun kumar" userId="abd40af96d33c488" providerId="LiveId" clId="{2D797E2E-281E-46F2-9CF0-A4E34B3899AA}" dt="2026-02-13T03:46:01.465" v="62"/>
          <ac:spMkLst>
            <pc:docMk/>
            <pc:sldMk cId="0" sldId="271"/>
            <ac:spMk id="4" creationId="{E072FFCB-E2E6-075D-AFEC-BBB813624268}"/>
          </ac:spMkLst>
        </pc:spChg>
        <pc:spChg chg="add">
          <ac:chgData name="tharun kumar" userId="abd40af96d33c488" providerId="LiveId" clId="{2D797E2E-281E-46F2-9CF0-A4E34B3899AA}" dt="2026-02-13T03:46:04.498" v="63"/>
          <ac:spMkLst>
            <pc:docMk/>
            <pc:sldMk cId="0" sldId="271"/>
            <ac:spMk id="5" creationId="{CD8146C1-05CB-C561-C3A0-A4C9B7B33653}"/>
          </ac:spMkLst>
        </pc:spChg>
        <pc:spChg chg="add">
          <ac:chgData name="tharun kumar" userId="abd40af96d33c488" providerId="LiveId" clId="{2D797E2E-281E-46F2-9CF0-A4E34B3899AA}" dt="2026-02-13T03:46:27.462" v="65"/>
          <ac:spMkLst>
            <pc:docMk/>
            <pc:sldMk cId="0" sldId="271"/>
            <ac:spMk id="6" creationId="{CEE52E9D-EE62-4262-7AE6-B99F78258D49}"/>
          </ac:spMkLst>
        </pc:spChg>
        <pc:spChg chg="add del mod">
          <ac:chgData name="tharun kumar" userId="abd40af96d33c488" providerId="LiveId" clId="{2D797E2E-281E-46F2-9CF0-A4E34B3899AA}" dt="2026-02-13T03:49:42.242" v="224"/>
          <ac:spMkLst>
            <pc:docMk/>
            <pc:sldMk cId="0" sldId="271"/>
            <ac:spMk id="8" creationId="{7D6B0255-34AF-40FB-4237-42A84D57692A}"/>
          </ac:spMkLst>
        </pc:spChg>
        <pc:spChg chg="add del mod">
          <ac:chgData name="tharun kumar" userId="abd40af96d33c488" providerId="LiveId" clId="{2D797E2E-281E-46F2-9CF0-A4E34B3899AA}" dt="2026-02-13T03:55:57.657" v="412"/>
          <ac:spMkLst>
            <pc:docMk/>
            <pc:sldMk cId="0" sldId="271"/>
            <ac:spMk id="9" creationId="{03A41A55-CFE0-F7CF-470C-38F31D94B6FB}"/>
          </ac:spMkLst>
        </pc:spChg>
        <pc:picChg chg="mod">
          <ac:chgData name="tharun kumar" userId="abd40af96d33c488" providerId="LiveId" clId="{2D797E2E-281E-46F2-9CF0-A4E34B3899AA}" dt="2026-02-13T03:45:33.619" v="57" actId="1076"/>
          <ac:picMkLst>
            <pc:docMk/>
            <pc:sldMk cId="0" sldId="271"/>
            <ac:picMk id="7" creationId="{00000000-0000-0000-0000-000000000000}"/>
          </ac:picMkLst>
        </pc:picChg>
      </pc:sldChg>
      <pc:sldChg chg="delSp modSp mod">
        <pc:chgData name="tharun kumar" userId="abd40af96d33c488" providerId="LiveId" clId="{2D797E2E-281E-46F2-9CF0-A4E34B3899AA}" dt="2026-02-13T09:31:44.483" v="1728" actId="1035"/>
        <pc:sldMkLst>
          <pc:docMk/>
          <pc:sldMk cId="0" sldId="272"/>
        </pc:sldMkLst>
        <pc:spChg chg="mod">
          <ac:chgData name="tharun kumar" userId="abd40af96d33c488" providerId="LiveId" clId="{2D797E2E-281E-46F2-9CF0-A4E34B3899AA}" dt="2026-02-13T09:31:44.483" v="1728" actId="1035"/>
          <ac:spMkLst>
            <pc:docMk/>
            <pc:sldMk cId="0" sldId="272"/>
            <ac:spMk id="2" creationId="{00000000-0000-0000-0000-000000000000}"/>
          </ac:spMkLst>
        </pc:spChg>
        <pc:spChg chg="del mod">
          <ac:chgData name="tharun kumar" userId="abd40af96d33c488" providerId="LiveId" clId="{2D797E2E-281E-46F2-9CF0-A4E34B3899AA}" dt="2026-02-13T06:18:29.309" v="1725"/>
          <ac:spMkLst>
            <pc:docMk/>
            <pc:sldMk cId="0" sldId="272"/>
            <ac:spMk id="9" creationId="{00000000-0000-0000-0000-000000000000}"/>
          </ac:spMkLst>
        </pc:spChg>
        <pc:picChg chg="del">
          <ac:chgData name="tharun kumar" userId="abd40af96d33c488" providerId="LiveId" clId="{2D797E2E-281E-46F2-9CF0-A4E34B3899AA}" dt="2026-02-13T06:17:49.449" v="1713" actId="478"/>
          <ac:picMkLst>
            <pc:docMk/>
            <pc:sldMk cId="0" sldId="272"/>
            <ac:picMk id="6" creationId="{00000000-0000-0000-0000-000000000000}"/>
          </ac:picMkLst>
        </pc:picChg>
        <pc:picChg chg="del">
          <ac:chgData name="tharun kumar" userId="abd40af96d33c488" providerId="LiveId" clId="{2D797E2E-281E-46F2-9CF0-A4E34B3899AA}" dt="2026-02-13T06:17:57.830" v="1716" actId="478"/>
          <ac:picMkLst>
            <pc:docMk/>
            <pc:sldMk cId="0" sldId="272"/>
            <ac:picMk id="7" creationId="{00000000-0000-0000-0000-000000000000}"/>
          </ac:picMkLst>
        </pc:picChg>
        <pc:picChg chg="mod">
          <ac:chgData name="tharun kumar" userId="abd40af96d33c488" providerId="LiveId" clId="{2D797E2E-281E-46F2-9CF0-A4E34B3899AA}" dt="2026-02-13T06:18:25.340" v="1722" actId="1076"/>
          <ac:picMkLst>
            <pc:docMk/>
            <pc:sldMk cId="0" sldId="272"/>
            <ac:picMk id="11" creationId="{00000000-0000-0000-0000-000000000000}"/>
          </ac:picMkLst>
        </pc:picChg>
        <pc:picChg chg="mod">
          <ac:chgData name="tharun kumar" userId="abd40af96d33c488" providerId="LiveId" clId="{2D797E2E-281E-46F2-9CF0-A4E34B3899AA}" dt="2026-02-13T06:18:27.633" v="1723" actId="1076"/>
          <ac:picMkLst>
            <pc:docMk/>
            <pc:sldMk cId="0" sldId="272"/>
            <ac:picMk id="13" creationId="{00000000-0000-0000-0000-000000000000}"/>
          </ac:picMkLst>
        </pc:picChg>
      </pc:sldChg>
      <pc:sldChg chg="modSp mod">
        <pc:chgData name="tharun kumar" userId="abd40af96d33c488" providerId="LiveId" clId="{2D797E2E-281E-46F2-9CF0-A4E34B3899AA}" dt="2026-02-12T18:10:07.643" v="3" actId="1036"/>
        <pc:sldMkLst>
          <pc:docMk/>
          <pc:sldMk cId="0" sldId="275"/>
        </pc:sldMkLst>
        <pc:picChg chg="mod">
          <ac:chgData name="tharun kumar" userId="abd40af96d33c488" providerId="LiveId" clId="{2D797E2E-281E-46F2-9CF0-A4E34B3899AA}" dt="2026-02-12T18:10:07.643" v="3" actId="1036"/>
          <ac:picMkLst>
            <pc:docMk/>
            <pc:sldMk cId="0" sldId="275"/>
            <ac:picMk id="7" creationId="{00000000-0000-0000-0000-000000000000}"/>
          </ac:picMkLst>
        </pc:picChg>
      </pc:sldChg>
      <pc:sldChg chg="modSp mod">
        <pc:chgData name="tharun kumar" userId="abd40af96d33c488" providerId="LiveId" clId="{2D797E2E-281E-46F2-9CF0-A4E34B3899AA}" dt="2026-02-13T04:57:21.277" v="1564" actId="1076"/>
        <pc:sldMkLst>
          <pc:docMk/>
          <pc:sldMk cId="0" sldId="277"/>
        </pc:sldMkLst>
        <pc:picChg chg="mod">
          <ac:chgData name="tharun kumar" userId="abd40af96d33c488" providerId="LiveId" clId="{2D797E2E-281E-46F2-9CF0-A4E34B3899AA}" dt="2026-02-13T04:57:21.277" v="1564" actId="1076"/>
          <ac:picMkLst>
            <pc:docMk/>
            <pc:sldMk cId="0" sldId="277"/>
            <ac:picMk id="9" creationId="{00000000-0000-0000-0000-000000000000}"/>
          </ac:picMkLst>
        </pc:picChg>
      </pc:sldChg>
      <pc:sldChg chg="addSp modSp mod ord">
        <pc:chgData name="tharun kumar" userId="abd40af96d33c488" providerId="LiveId" clId="{2D797E2E-281E-46F2-9CF0-A4E34B3899AA}" dt="2026-02-13T05:10:14.112" v="1708" actId="1076"/>
        <pc:sldMkLst>
          <pc:docMk/>
          <pc:sldMk cId="0" sldId="281"/>
        </pc:sldMkLst>
        <pc:spChg chg="mod">
          <ac:chgData name="tharun kumar" userId="abd40af96d33c488" providerId="LiveId" clId="{2D797E2E-281E-46F2-9CF0-A4E34B3899AA}" dt="2026-02-13T05:08:27.527" v="1702" actId="1076"/>
          <ac:spMkLst>
            <pc:docMk/>
            <pc:sldMk cId="0" sldId="281"/>
            <ac:spMk id="3" creationId="{00000000-0000-0000-0000-000000000000}"/>
          </ac:spMkLst>
        </pc:spChg>
        <pc:picChg chg="add mod">
          <ac:chgData name="tharun kumar" userId="abd40af96d33c488" providerId="LiveId" clId="{2D797E2E-281E-46F2-9CF0-A4E34B3899AA}" dt="2026-02-13T05:08:17.411" v="1700" actId="1076"/>
          <ac:picMkLst>
            <pc:docMk/>
            <pc:sldMk cId="0" sldId="281"/>
            <ac:picMk id="2050" creationId="{44D3277D-E4F3-F85C-D43E-F6DB66DFE9F6}"/>
          </ac:picMkLst>
        </pc:picChg>
        <pc:picChg chg="add mod">
          <ac:chgData name="tharun kumar" userId="abd40af96d33c488" providerId="LiveId" clId="{2D797E2E-281E-46F2-9CF0-A4E34B3899AA}" dt="2026-02-13T05:10:14.112" v="1708" actId="1076"/>
          <ac:picMkLst>
            <pc:docMk/>
            <pc:sldMk cId="0" sldId="281"/>
            <ac:picMk id="2052" creationId="{60353A05-A1D0-668B-550E-0023DA165E41}"/>
          </ac:picMkLst>
        </pc:picChg>
      </pc:sldChg>
      <pc:sldChg chg="modSp mod">
        <pc:chgData name="tharun kumar" userId="abd40af96d33c488" providerId="LiveId" clId="{2D797E2E-281E-46F2-9CF0-A4E34B3899AA}" dt="2026-02-13T04:23:36.123" v="456" actId="12"/>
        <pc:sldMkLst>
          <pc:docMk/>
          <pc:sldMk cId="369172881" sldId="282"/>
        </pc:sldMkLst>
        <pc:spChg chg="mod">
          <ac:chgData name="tharun kumar" userId="abd40af96d33c488" providerId="LiveId" clId="{2D797E2E-281E-46F2-9CF0-A4E34B3899AA}" dt="2026-02-13T04:23:36.123" v="456" actId="12"/>
          <ac:spMkLst>
            <pc:docMk/>
            <pc:sldMk cId="369172881" sldId="282"/>
            <ac:spMk id="3" creationId="{437EAC14-E236-81B8-A1D3-E10E73632501}"/>
          </ac:spMkLst>
        </pc:spChg>
      </pc:sldChg>
      <pc:sldChg chg="del">
        <pc:chgData name="tharun kumar" userId="abd40af96d33c488" providerId="LiveId" clId="{2D797E2E-281E-46F2-9CF0-A4E34B3899AA}" dt="2026-02-12T18:09:19.753" v="0" actId="47"/>
        <pc:sldMkLst>
          <pc:docMk/>
          <pc:sldMk cId="702678445" sldId="283"/>
        </pc:sldMkLst>
      </pc:sldChg>
      <pc:sldChg chg="addSp delSp modSp new mod ord">
        <pc:chgData name="tharun kumar" userId="abd40af96d33c488" providerId="LiveId" clId="{2D797E2E-281E-46F2-9CF0-A4E34B3899AA}" dt="2026-02-13T04:48:22.473" v="1411"/>
        <pc:sldMkLst>
          <pc:docMk/>
          <pc:sldMk cId="1444863445" sldId="283"/>
        </pc:sldMkLst>
        <pc:spChg chg="mod">
          <ac:chgData name="tharun kumar" userId="abd40af96d33c488" providerId="LiveId" clId="{2D797E2E-281E-46F2-9CF0-A4E34B3899AA}" dt="2026-02-13T04:29:31.786" v="617" actId="1076"/>
          <ac:spMkLst>
            <pc:docMk/>
            <pc:sldMk cId="1444863445" sldId="283"/>
            <ac:spMk id="2" creationId="{BB23B348-E139-9102-F41D-088C9ACC1531}"/>
          </ac:spMkLst>
        </pc:spChg>
        <pc:spChg chg="add del mod">
          <ac:chgData name="tharun kumar" userId="abd40af96d33c488" providerId="LiveId" clId="{2D797E2E-281E-46F2-9CF0-A4E34B3899AA}" dt="2026-02-13T04:27:55.727" v="605"/>
          <ac:spMkLst>
            <pc:docMk/>
            <pc:sldMk cId="1444863445" sldId="283"/>
            <ac:spMk id="3" creationId="{FE1348BA-8939-9A27-FDAA-73DF51D9FD35}"/>
          </ac:spMkLst>
        </pc:spChg>
        <pc:graphicFrameChg chg="add mod modGraphic">
          <ac:chgData name="tharun kumar" userId="abd40af96d33c488" providerId="LiveId" clId="{2D797E2E-281E-46F2-9CF0-A4E34B3899AA}" dt="2026-02-13T04:28:57.176" v="615" actId="14734"/>
          <ac:graphicFrameMkLst>
            <pc:docMk/>
            <pc:sldMk cId="1444863445" sldId="283"/>
            <ac:graphicFrameMk id="6" creationId="{AEE4F56E-BC69-69FA-CC7D-C1E0C1E57231}"/>
          </ac:graphicFrameMkLst>
        </pc:graphicFrameChg>
        <pc:graphicFrameChg chg="add mod modGraphic">
          <ac:chgData name="tharun kumar" userId="abd40af96d33c488" providerId="LiveId" clId="{2D797E2E-281E-46F2-9CF0-A4E34B3899AA}" dt="2026-02-13T04:31:22.908" v="640" actId="1076"/>
          <ac:graphicFrameMkLst>
            <pc:docMk/>
            <pc:sldMk cId="1444863445" sldId="283"/>
            <ac:graphicFrameMk id="7" creationId="{73394976-3CB7-DF05-CE84-5577D61FC1D8}"/>
          </ac:graphicFrameMkLst>
        </pc:graphicFrameChg>
        <pc:picChg chg="add mod">
          <ac:chgData name="tharun kumar" userId="abd40af96d33c488" providerId="LiveId" clId="{2D797E2E-281E-46F2-9CF0-A4E34B3899AA}" dt="2026-02-13T04:26:56.203" v="592"/>
          <ac:picMkLst>
            <pc:docMk/>
            <pc:sldMk cId="1444863445" sldId="283"/>
            <ac:picMk id="4" creationId="{730E7B87-F4DF-933D-BFCB-F9C24B55C83B}"/>
          </ac:picMkLst>
        </pc:picChg>
        <pc:picChg chg="add mod">
          <ac:chgData name="tharun kumar" userId="abd40af96d33c488" providerId="LiveId" clId="{2D797E2E-281E-46F2-9CF0-A4E34B3899AA}" dt="2026-02-13T04:27:07.406" v="594" actId="1076"/>
          <ac:picMkLst>
            <pc:docMk/>
            <pc:sldMk cId="1444863445" sldId="283"/>
            <ac:picMk id="5" creationId="{69892D5F-D821-2888-E4E9-75FAE624D2A6}"/>
          </ac:picMkLst>
        </pc:picChg>
      </pc:sldChg>
      <pc:sldChg chg="modSp new del mod">
        <pc:chgData name="tharun kumar" userId="abd40af96d33c488" providerId="LiveId" clId="{2D797E2E-281E-46F2-9CF0-A4E34B3899AA}" dt="2026-02-13T04:25:16.400" v="499" actId="2696"/>
        <pc:sldMkLst>
          <pc:docMk/>
          <pc:sldMk cId="3691641969" sldId="283"/>
        </pc:sldMkLst>
        <pc:spChg chg="mod">
          <ac:chgData name="tharun kumar" userId="abd40af96d33c488" providerId="LiveId" clId="{2D797E2E-281E-46F2-9CF0-A4E34B3899AA}" dt="2026-02-13T04:25:09.004" v="498" actId="21"/>
          <ac:spMkLst>
            <pc:docMk/>
            <pc:sldMk cId="3691641969" sldId="283"/>
            <ac:spMk id="2" creationId="{45FC9342-8840-D61F-B430-08DF010B34E4}"/>
          </ac:spMkLst>
        </pc:spChg>
      </pc:sldChg>
      <pc:sldChg chg="del">
        <pc:chgData name="tharun kumar" userId="abd40af96d33c488" providerId="LiveId" clId="{2D797E2E-281E-46F2-9CF0-A4E34B3899AA}" dt="2026-02-12T18:09:21.497" v="1" actId="47"/>
        <pc:sldMkLst>
          <pc:docMk/>
          <pc:sldMk cId="852645900" sldId="284"/>
        </pc:sldMkLst>
      </pc:sldChg>
      <pc:sldChg chg="addSp delSp modSp new mod modClrScheme chgLayout">
        <pc:chgData name="tharun kumar" userId="abd40af96d33c488" providerId="LiveId" clId="{2D797E2E-281E-46F2-9CF0-A4E34B3899AA}" dt="2026-02-13T04:37:45.129" v="932" actId="20577"/>
        <pc:sldMkLst>
          <pc:docMk/>
          <pc:sldMk cId="3806690601" sldId="284"/>
        </pc:sldMkLst>
        <pc:spChg chg="mod ord">
          <ac:chgData name="tharun kumar" userId="abd40af96d33c488" providerId="LiveId" clId="{2D797E2E-281E-46F2-9CF0-A4E34B3899AA}" dt="2026-02-13T04:34:17.065" v="688" actId="700"/>
          <ac:spMkLst>
            <pc:docMk/>
            <pc:sldMk cId="3806690601" sldId="284"/>
            <ac:spMk id="2" creationId="{17B66508-6A28-8152-8CA6-451A9190C0E3}"/>
          </ac:spMkLst>
        </pc:spChg>
        <pc:spChg chg="add del mod">
          <ac:chgData name="tharun kumar" userId="abd40af96d33c488" providerId="LiveId" clId="{2D797E2E-281E-46F2-9CF0-A4E34B3899AA}" dt="2026-02-13T04:37:45.129" v="932" actId="20577"/>
          <ac:spMkLst>
            <pc:docMk/>
            <pc:sldMk cId="3806690601" sldId="284"/>
            <ac:spMk id="3" creationId="{7AC09485-1C0D-1B0F-1A8F-BE25BAC6F3BC}"/>
          </ac:spMkLst>
        </pc:spChg>
        <pc:spChg chg="add del mod ord">
          <ac:chgData name="tharun kumar" userId="abd40af96d33c488" providerId="LiveId" clId="{2D797E2E-281E-46F2-9CF0-A4E34B3899AA}" dt="2026-02-13T04:34:17.065" v="688" actId="700"/>
          <ac:spMkLst>
            <pc:docMk/>
            <pc:sldMk cId="3806690601" sldId="284"/>
            <ac:spMk id="6" creationId="{4073C866-6B1D-B798-64F2-B7FADF81B38C}"/>
          </ac:spMkLst>
        </pc:spChg>
        <pc:picChg chg="add del mod ord">
          <ac:chgData name="tharun kumar" userId="abd40af96d33c488" providerId="LiveId" clId="{2D797E2E-281E-46F2-9CF0-A4E34B3899AA}" dt="2026-02-13T04:34:18.841" v="691" actId="22"/>
          <ac:picMkLst>
            <pc:docMk/>
            <pc:sldMk cId="3806690601" sldId="284"/>
            <ac:picMk id="5" creationId="{FD8F52D7-5292-6933-23C9-755839F895AE}"/>
          </ac:picMkLst>
        </pc:picChg>
        <pc:picChg chg="add mod">
          <ac:chgData name="tharun kumar" userId="abd40af96d33c488" providerId="LiveId" clId="{2D797E2E-281E-46F2-9CF0-A4E34B3899AA}" dt="2026-02-13T04:36:54.067" v="897" actId="1076"/>
          <ac:picMkLst>
            <pc:docMk/>
            <pc:sldMk cId="3806690601" sldId="284"/>
            <ac:picMk id="8" creationId="{9C5D4FEC-FBE9-33C2-B6E4-1DF92451CF47}"/>
          </ac:picMkLst>
        </pc:picChg>
      </pc:sldChg>
      <pc:sldChg chg="modSp new del mod">
        <pc:chgData name="tharun kumar" userId="abd40af96d33c488" providerId="LiveId" clId="{2D797E2E-281E-46F2-9CF0-A4E34B3899AA}" dt="2026-02-13T04:31:15.269" v="639" actId="2696"/>
        <pc:sldMkLst>
          <pc:docMk/>
          <pc:sldMk cId="3860594080" sldId="284"/>
        </pc:sldMkLst>
        <pc:spChg chg="mod">
          <ac:chgData name="tharun kumar" userId="abd40af96d33c488" providerId="LiveId" clId="{2D797E2E-281E-46F2-9CF0-A4E34B3899AA}" dt="2026-02-13T04:30:11.738" v="624"/>
          <ac:spMkLst>
            <pc:docMk/>
            <pc:sldMk cId="3860594080" sldId="284"/>
            <ac:spMk id="3" creationId="{11D72D9D-8CB3-388D-9E7A-BC3A6BD2415E}"/>
          </ac:spMkLst>
        </pc:spChg>
      </pc:sldChg>
      <pc:sldChg chg="addSp delSp modSp add mod">
        <pc:chgData name="tharun kumar" userId="abd40af96d33c488" providerId="LiveId" clId="{2D797E2E-281E-46F2-9CF0-A4E34B3899AA}" dt="2026-02-13T04:39:27.424" v="1041" actId="20577"/>
        <pc:sldMkLst>
          <pc:docMk/>
          <pc:sldMk cId="2944014051" sldId="285"/>
        </pc:sldMkLst>
        <pc:spChg chg="mod">
          <ac:chgData name="tharun kumar" userId="abd40af96d33c488" providerId="LiveId" clId="{2D797E2E-281E-46F2-9CF0-A4E34B3899AA}" dt="2026-02-13T04:39:27.424" v="1041" actId="20577"/>
          <ac:spMkLst>
            <pc:docMk/>
            <pc:sldMk cId="2944014051" sldId="285"/>
            <ac:spMk id="3" creationId="{02B3AFE7-F253-6F3B-BE44-E0729EEDFBD1}"/>
          </ac:spMkLst>
        </pc:spChg>
        <pc:picChg chg="add mod">
          <ac:chgData name="tharun kumar" userId="abd40af96d33c488" providerId="LiveId" clId="{2D797E2E-281E-46F2-9CF0-A4E34B3899AA}" dt="2026-02-13T04:38:24.669" v="936" actId="1076"/>
          <ac:picMkLst>
            <pc:docMk/>
            <pc:sldMk cId="2944014051" sldId="285"/>
            <ac:picMk id="5" creationId="{A9589D93-48E0-1827-B522-4B68E56C9236}"/>
          </ac:picMkLst>
        </pc:picChg>
        <pc:picChg chg="del">
          <ac:chgData name="tharun kumar" userId="abd40af96d33c488" providerId="LiveId" clId="{2D797E2E-281E-46F2-9CF0-A4E34B3899AA}" dt="2026-02-13T04:38:18.399" v="934" actId="478"/>
          <ac:picMkLst>
            <pc:docMk/>
            <pc:sldMk cId="2944014051" sldId="285"/>
            <ac:picMk id="8" creationId="{B4471B01-C873-8CC1-6D52-1CA3CCA399CE}"/>
          </ac:picMkLst>
        </pc:picChg>
      </pc:sldChg>
      <pc:sldChg chg="addSp delSp modSp add mod">
        <pc:chgData name="tharun kumar" userId="abd40af96d33c488" providerId="LiveId" clId="{2D797E2E-281E-46F2-9CF0-A4E34B3899AA}" dt="2026-02-13T04:46:14.626" v="1296" actId="20577"/>
        <pc:sldMkLst>
          <pc:docMk/>
          <pc:sldMk cId="1416341520" sldId="286"/>
        </pc:sldMkLst>
        <pc:spChg chg="mod">
          <ac:chgData name="tharun kumar" userId="abd40af96d33c488" providerId="LiveId" clId="{2D797E2E-281E-46F2-9CF0-A4E34B3899AA}" dt="2026-02-13T04:46:14.626" v="1296" actId="20577"/>
          <ac:spMkLst>
            <pc:docMk/>
            <pc:sldMk cId="1416341520" sldId="286"/>
            <ac:spMk id="3" creationId="{0A4CF153-5ABF-9055-99E1-C68141EEE71B}"/>
          </ac:spMkLst>
        </pc:spChg>
        <pc:picChg chg="del mod">
          <ac:chgData name="tharun kumar" userId="abd40af96d33c488" providerId="LiveId" clId="{2D797E2E-281E-46F2-9CF0-A4E34B3899AA}" dt="2026-02-13T04:40:26.318" v="1058" actId="478"/>
          <ac:picMkLst>
            <pc:docMk/>
            <pc:sldMk cId="1416341520" sldId="286"/>
            <ac:picMk id="5" creationId="{E66FA1DD-EF57-B09F-DDEE-DA272E938015}"/>
          </ac:picMkLst>
        </pc:picChg>
        <pc:picChg chg="add mod">
          <ac:chgData name="tharun kumar" userId="abd40af96d33c488" providerId="LiveId" clId="{2D797E2E-281E-46F2-9CF0-A4E34B3899AA}" dt="2026-02-13T04:41:54.209" v="1159" actId="1076"/>
          <ac:picMkLst>
            <pc:docMk/>
            <pc:sldMk cId="1416341520" sldId="286"/>
            <ac:picMk id="6" creationId="{1C990634-EACA-CEBD-5C20-05030040A3AA}"/>
          </ac:picMkLst>
        </pc:picChg>
      </pc:sldChg>
      <pc:sldChg chg="addSp delSp modSp add mod">
        <pc:chgData name="tharun kumar" userId="abd40af96d33c488" providerId="LiveId" clId="{2D797E2E-281E-46F2-9CF0-A4E34B3899AA}" dt="2026-02-13T04:46:46.731" v="1323" actId="20577"/>
        <pc:sldMkLst>
          <pc:docMk/>
          <pc:sldMk cId="680596075" sldId="287"/>
        </pc:sldMkLst>
        <pc:spChg chg="mod">
          <ac:chgData name="tharun kumar" userId="abd40af96d33c488" providerId="LiveId" clId="{2D797E2E-281E-46F2-9CF0-A4E34B3899AA}" dt="2026-02-13T04:46:46.731" v="1323" actId="20577"/>
          <ac:spMkLst>
            <pc:docMk/>
            <pc:sldMk cId="680596075" sldId="287"/>
            <ac:spMk id="3" creationId="{51779A4C-B780-2E6C-233A-9DF71DF1E7FA}"/>
          </ac:spMkLst>
        </pc:spChg>
        <pc:picChg chg="add mod">
          <ac:chgData name="tharun kumar" userId="abd40af96d33c488" providerId="LiveId" clId="{2D797E2E-281E-46F2-9CF0-A4E34B3899AA}" dt="2026-02-13T04:43:38.749" v="1209" actId="1076"/>
          <ac:picMkLst>
            <pc:docMk/>
            <pc:sldMk cId="680596075" sldId="287"/>
            <ac:picMk id="5" creationId="{8F2F23DB-9B0F-EBC1-4097-C293EEAD6ABE}"/>
          </ac:picMkLst>
        </pc:picChg>
        <pc:picChg chg="del">
          <ac:chgData name="tharun kumar" userId="abd40af96d33c488" providerId="LiveId" clId="{2D797E2E-281E-46F2-9CF0-A4E34B3899AA}" dt="2026-02-13T04:42:56.958" v="1161" actId="478"/>
          <ac:picMkLst>
            <pc:docMk/>
            <pc:sldMk cId="680596075" sldId="287"/>
            <ac:picMk id="6" creationId="{7C445805-638B-39B9-0FDE-8E633EC0454B}"/>
          </ac:picMkLst>
        </pc:picChg>
      </pc:sldChg>
      <pc:sldChg chg="addSp delSp modSp add mod">
        <pc:chgData name="tharun kumar" userId="abd40af96d33c488" providerId="LiveId" clId="{2D797E2E-281E-46F2-9CF0-A4E34B3899AA}" dt="2026-02-13T04:46:33.006" v="1315" actId="20577"/>
        <pc:sldMkLst>
          <pc:docMk/>
          <pc:sldMk cId="1471795705" sldId="288"/>
        </pc:sldMkLst>
        <pc:spChg chg="mod">
          <ac:chgData name="tharun kumar" userId="abd40af96d33c488" providerId="LiveId" clId="{2D797E2E-281E-46F2-9CF0-A4E34B3899AA}" dt="2026-02-13T04:46:33.006" v="1315" actId="20577"/>
          <ac:spMkLst>
            <pc:docMk/>
            <pc:sldMk cId="1471795705" sldId="288"/>
            <ac:spMk id="3" creationId="{18287DD6-674E-98D9-F449-7FA41868461E}"/>
          </ac:spMkLst>
        </pc:spChg>
        <pc:picChg chg="del">
          <ac:chgData name="tharun kumar" userId="abd40af96d33c488" providerId="LiveId" clId="{2D797E2E-281E-46F2-9CF0-A4E34B3899AA}" dt="2026-02-13T04:44:59.989" v="1225" actId="478"/>
          <ac:picMkLst>
            <pc:docMk/>
            <pc:sldMk cId="1471795705" sldId="288"/>
            <ac:picMk id="5" creationId="{778E429C-819B-F065-EB37-DE0FC4BBF43D}"/>
          </ac:picMkLst>
        </pc:picChg>
        <pc:picChg chg="add mod">
          <ac:chgData name="tharun kumar" userId="abd40af96d33c488" providerId="LiveId" clId="{2D797E2E-281E-46F2-9CF0-A4E34B3899AA}" dt="2026-02-13T04:45:36.428" v="1267" actId="1076"/>
          <ac:picMkLst>
            <pc:docMk/>
            <pc:sldMk cId="1471795705" sldId="288"/>
            <ac:picMk id="6" creationId="{10CB4CEC-E65F-7A7C-965A-13A181604760}"/>
          </ac:picMkLst>
        </pc:picChg>
      </pc:sldChg>
      <pc:sldChg chg="addSp delSp modSp add mod">
        <pc:chgData name="tharun kumar" userId="abd40af96d33c488" providerId="LiveId" clId="{2D797E2E-281E-46F2-9CF0-A4E34B3899AA}" dt="2026-02-13T04:48:01.810" v="1406" actId="1076"/>
        <pc:sldMkLst>
          <pc:docMk/>
          <pc:sldMk cId="714442150" sldId="289"/>
        </pc:sldMkLst>
        <pc:spChg chg="mod">
          <ac:chgData name="tharun kumar" userId="abd40af96d33c488" providerId="LiveId" clId="{2D797E2E-281E-46F2-9CF0-A4E34B3899AA}" dt="2026-02-13T04:47:59.950" v="1405" actId="20577"/>
          <ac:spMkLst>
            <pc:docMk/>
            <pc:sldMk cId="714442150" sldId="289"/>
            <ac:spMk id="3" creationId="{D449F059-DE6B-75D0-210D-B672F3D197C0}"/>
          </ac:spMkLst>
        </pc:spChg>
        <pc:picChg chg="add mod">
          <ac:chgData name="tharun kumar" userId="abd40af96d33c488" providerId="LiveId" clId="{2D797E2E-281E-46F2-9CF0-A4E34B3899AA}" dt="2026-02-13T04:48:01.810" v="1406" actId="1076"/>
          <ac:picMkLst>
            <pc:docMk/>
            <pc:sldMk cId="714442150" sldId="289"/>
            <ac:picMk id="5" creationId="{8E08345A-B45A-AC0E-1A7A-508CCAA5E962}"/>
          </ac:picMkLst>
        </pc:picChg>
        <pc:picChg chg="del">
          <ac:chgData name="tharun kumar" userId="abd40af96d33c488" providerId="LiveId" clId="{2D797E2E-281E-46F2-9CF0-A4E34B3899AA}" dt="2026-02-13T04:47:12.979" v="1325" actId="478"/>
          <ac:picMkLst>
            <pc:docMk/>
            <pc:sldMk cId="714442150" sldId="289"/>
            <ac:picMk id="6" creationId="{B39DD858-EB4D-B313-D45A-16103AC9F971}"/>
          </ac:picMkLst>
        </pc:picChg>
      </pc:sldChg>
      <pc:sldChg chg="addSp delSp modSp new del mod">
        <pc:chgData name="tharun kumar" userId="abd40af96d33c488" providerId="LiveId" clId="{2D797E2E-281E-46F2-9CF0-A4E34B3899AA}" dt="2026-02-13T04:57:35.615" v="1565" actId="2696"/>
        <pc:sldMkLst>
          <pc:docMk/>
          <pc:sldMk cId="1574038725" sldId="290"/>
        </pc:sldMkLst>
        <pc:spChg chg="mod">
          <ac:chgData name="tharun kumar" userId="abd40af96d33c488" providerId="LiveId" clId="{2D797E2E-281E-46F2-9CF0-A4E34B3899AA}" dt="2026-02-13T04:52:07.426" v="1446" actId="20577"/>
          <ac:spMkLst>
            <pc:docMk/>
            <pc:sldMk cId="1574038725" sldId="290"/>
            <ac:spMk id="2" creationId="{0D3C22D8-3648-EA93-E1DA-45AFABF44BB8}"/>
          </ac:spMkLst>
        </pc:spChg>
        <pc:spChg chg="del mod">
          <ac:chgData name="tharun kumar" userId="abd40af96d33c488" providerId="LiveId" clId="{2D797E2E-281E-46F2-9CF0-A4E34B3899AA}" dt="2026-02-13T04:53:13.545" v="1449" actId="22"/>
          <ac:spMkLst>
            <pc:docMk/>
            <pc:sldMk cId="1574038725" sldId="290"/>
            <ac:spMk id="3" creationId="{6301DC5F-F93D-15F2-7C48-0C46CFC1F05A}"/>
          </ac:spMkLst>
        </pc:spChg>
        <pc:spChg chg="add mod">
          <ac:chgData name="tharun kumar" userId="abd40af96d33c488" providerId="LiveId" clId="{2D797E2E-281E-46F2-9CF0-A4E34B3899AA}" dt="2026-02-13T04:54:28.653" v="1536" actId="20577"/>
          <ac:spMkLst>
            <pc:docMk/>
            <pc:sldMk cId="1574038725" sldId="290"/>
            <ac:spMk id="7" creationId="{99A4D845-F6C0-15DB-1BEE-CCA11968B0E2}"/>
          </ac:spMkLst>
        </pc:spChg>
        <pc:picChg chg="add del mod ord">
          <ac:chgData name="tharun kumar" userId="abd40af96d33c488" providerId="LiveId" clId="{2D797E2E-281E-46F2-9CF0-A4E34B3899AA}" dt="2026-02-13T04:53:20.726" v="1451" actId="478"/>
          <ac:picMkLst>
            <pc:docMk/>
            <pc:sldMk cId="1574038725" sldId="290"/>
            <ac:picMk id="5" creationId="{F60ADA1B-F5E9-1981-7531-4D1DC6C4CB95}"/>
          </ac:picMkLst>
        </pc:picChg>
        <pc:picChg chg="add mod">
          <ac:chgData name="tharun kumar" userId="abd40af96d33c488" providerId="LiveId" clId="{2D797E2E-281E-46F2-9CF0-A4E34B3899AA}" dt="2026-02-13T04:54:40.636" v="1539" actId="1076"/>
          <ac:picMkLst>
            <pc:docMk/>
            <pc:sldMk cId="1574038725" sldId="290"/>
            <ac:picMk id="9" creationId="{5D3176F7-F648-D214-E050-5F06506CE17E}"/>
          </ac:picMkLst>
        </pc:picChg>
      </pc:sldChg>
      <pc:sldChg chg="delSp modSp add del mod">
        <pc:chgData name="tharun kumar" userId="abd40af96d33c488" providerId="LiveId" clId="{2D797E2E-281E-46F2-9CF0-A4E34B3899AA}" dt="2026-02-13T04:51:37.740" v="1425" actId="2696"/>
        <pc:sldMkLst>
          <pc:docMk/>
          <pc:sldMk cId="3002506223" sldId="290"/>
        </pc:sldMkLst>
        <pc:spChg chg="mod">
          <ac:chgData name="tharun kumar" userId="abd40af96d33c488" providerId="LiveId" clId="{2D797E2E-281E-46F2-9CF0-A4E34B3899AA}" dt="2026-02-13T04:51:27.074" v="1421" actId="6549"/>
          <ac:spMkLst>
            <pc:docMk/>
            <pc:sldMk cId="3002506223" sldId="290"/>
            <ac:spMk id="2" creationId="{A28E6E39-AB51-7A82-1F82-A5365D1F1286}"/>
          </ac:spMkLst>
        </pc:spChg>
        <pc:picChg chg="del">
          <ac:chgData name="tharun kumar" userId="abd40af96d33c488" providerId="LiveId" clId="{2D797E2E-281E-46F2-9CF0-A4E34B3899AA}" dt="2026-02-13T04:51:22.630" v="1418" actId="478"/>
          <ac:picMkLst>
            <pc:docMk/>
            <pc:sldMk cId="3002506223" sldId="290"/>
            <ac:picMk id="5" creationId="{24B3EF58-BF16-CBE5-48C6-087DC2C98125}"/>
          </ac:picMkLst>
        </pc:picChg>
        <pc:picChg chg="del">
          <ac:chgData name="tharun kumar" userId="abd40af96d33c488" providerId="LiveId" clId="{2D797E2E-281E-46F2-9CF0-A4E34B3899AA}" dt="2026-02-13T04:51:28.319" v="1422" actId="478"/>
          <ac:picMkLst>
            <pc:docMk/>
            <pc:sldMk cId="3002506223" sldId="290"/>
            <ac:picMk id="7" creationId="{AF6A582E-84DA-C88B-8601-9D9098AB6DBF}"/>
          </ac:picMkLst>
        </pc:picChg>
        <pc:picChg chg="del">
          <ac:chgData name="tharun kumar" userId="abd40af96d33c488" providerId="LiveId" clId="{2D797E2E-281E-46F2-9CF0-A4E34B3899AA}" dt="2026-02-13T04:51:29.021" v="1423" actId="478"/>
          <ac:picMkLst>
            <pc:docMk/>
            <pc:sldMk cId="3002506223" sldId="290"/>
            <ac:picMk id="9" creationId="{FC5A4C1D-6BED-CED3-2DE9-90CCB4569FC3}"/>
          </ac:picMkLst>
        </pc:picChg>
        <pc:picChg chg="del">
          <ac:chgData name="tharun kumar" userId="abd40af96d33c488" providerId="LiveId" clId="{2D797E2E-281E-46F2-9CF0-A4E34B3899AA}" dt="2026-02-13T04:51:30.560" v="1424" actId="478"/>
          <ac:picMkLst>
            <pc:docMk/>
            <pc:sldMk cId="3002506223" sldId="290"/>
            <ac:picMk id="11" creationId="{13AA3F08-AC0B-41F4-FBD8-E4FFF02F068E}"/>
          </ac:picMkLst>
        </pc:picChg>
      </pc:sldChg>
      <pc:sldChg chg="addSp delSp modSp new mod ord modClrScheme chgLayout">
        <pc:chgData name="tharun kumar" userId="abd40af96d33c488" providerId="LiveId" clId="{2D797E2E-281E-46F2-9CF0-A4E34B3899AA}" dt="2026-02-13T04:59:33.091" v="1654"/>
        <pc:sldMkLst>
          <pc:docMk/>
          <pc:sldMk cId="1628893891" sldId="291"/>
        </pc:sldMkLst>
        <pc:spChg chg="mod ord">
          <ac:chgData name="tharun kumar" userId="abd40af96d33c488" providerId="LiveId" clId="{2D797E2E-281E-46F2-9CF0-A4E34B3899AA}" dt="2026-02-13T04:59:16.001" v="1650" actId="20577"/>
          <ac:spMkLst>
            <pc:docMk/>
            <pc:sldMk cId="1628893891" sldId="291"/>
            <ac:spMk id="2" creationId="{32C7A7B0-10B7-55F4-EAB8-6EA958459447}"/>
          </ac:spMkLst>
        </pc:spChg>
        <pc:spChg chg="add del mod ord">
          <ac:chgData name="tharun kumar" userId="abd40af96d33c488" providerId="LiveId" clId="{2D797E2E-281E-46F2-9CF0-A4E34B3899AA}" dt="2026-02-13T04:57:58.665" v="1575" actId="700"/>
          <ac:spMkLst>
            <pc:docMk/>
            <pc:sldMk cId="1628893891" sldId="291"/>
            <ac:spMk id="6" creationId="{4ECD7DA0-62F1-ED68-69C7-2E8C007DF85C}"/>
          </ac:spMkLst>
        </pc:spChg>
        <pc:spChg chg="add del mod ord">
          <ac:chgData name="tharun kumar" userId="abd40af96d33c488" providerId="LiveId" clId="{2D797E2E-281E-46F2-9CF0-A4E34B3899AA}" dt="2026-02-13T04:57:58.665" v="1575" actId="700"/>
          <ac:spMkLst>
            <pc:docMk/>
            <pc:sldMk cId="1628893891" sldId="291"/>
            <ac:spMk id="7" creationId="{760DC75E-65C3-4DEB-FD8C-12B703B5E0DE}"/>
          </ac:spMkLst>
        </pc:spChg>
        <pc:spChg chg="add mod ord">
          <ac:chgData name="tharun kumar" userId="abd40af96d33c488" providerId="LiveId" clId="{2D797E2E-281E-46F2-9CF0-A4E34B3899AA}" dt="2026-02-13T04:58:59.283" v="1639" actId="1076"/>
          <ac:spMkLst>
            <pc:docMk/>
            <pc:sldMk cId="1628893891" sldId="291"/>
            <ac:spMk id="8" creationId="{01E73B31-1E81-C53C-55B5-58AA2176CAC3}"/>
          </ac:spMkLst>
        </pc:spChg>
        <pc:spChg chg="add mod ord">
          <ac:chgData name="tharun kumar" userId="abd40af96d33c488" providerId="LiveId" clId="{2D797E2E-281E-46F2-9CF0-A4E34B3899AA}" dt="2026-02-13T04:58:03.102" v="1576" actId="700"/>
          <ac:spMkLst>
            <pc:docMk/>
            <pc:sldMk cId="1628893891" sldId="291"/>
            <ac:spMk id="9" creationId="{A88F77CE-C9BC-E576-08AE-083A77337A80}"/>
          </ac:spMkLst>
        </pc:spChg>
        <pc:spChg chg="add mod">
          <ac:chgData name="tharun kumar" userId="abd40af96d33c488" providerId="LiveId" clId="{2D797E2E-281E-46F2-9CF0-A4E34B3899AA}" dt="2026-02-13T04:59:22.985" v="1652" actId="571"/>
          <ac:spMkLst>
            <pc:docMk/>
            <pc:sldMk cId="1628893891" sldId="291"/>
            <ac:spMk id="10" creationId="{FFD92C88-6AD8-C455-CB97-92DCF666328D}"/>
          </ac:spMkLst>
        </pc:spChg>
        <pc:picChg chg="add mod">
          <ac:chgData name="tharun kumar" userId="abd40af96d33c488" providerId="LiveId" clId="{2D797E2E-281E-46F2-9CF0-A4E34B3899AA}" dt="2026-02-13T04:56:58.116" v="1563" actId="1076"/>
          <ac:picMkLst>
            <pc:docMk/>
            <pc:sldMk cId="1628893891" sldId="291"/>
            <ac:picMk id="3" creationId="{5D6B1C0D-FE6F-D5F5-D5E2-80D4084DF769}"/>
          </ac:picMkLst>
        </pc:picChg>
        <pc:picChg chg="add mod">
          <ac:chgData name="tharun kumar" userId="abd40af96d33c488" providerId="LiveId" clId="{2D797E2E-281E-46F2-9CF0-A4E34B3899AA}" dt="2026-02-13T04:56:35.706" v="1562" actId="1076"/>
          <ac:picMkLst>
            <pc:docMk/>
            <pc:sldMk cId="1628893891" sldId="291"/>
            <ac:picMk id="5" creationId="{9C1663C3-331D-62FB-7794-C98D65BF71ED}"/>
          </ac:picMkLst>
        </pc:picChg>
        <pc:picChg chg="add mod">
          <ac:chgData name="tharun kumar" userId="abd40af96d33c488" providerId="LiveId" clId="{2D797E2E-281E-46F2-9CF0-A4E34B3899AA}" dt="2026-02-13T04:59:22.985" v="1652" actId="571"/>
          <ac:picMkLst>
            <pc:docMk/>
            <pc:sldMk cId="1628893891" sldId="291"/>
            <ac:picMk id="11" creationId="{45E8970F-9DE5-015B-A98A-BE6BCD2F37CD}"/>
          </ac:picMkLst>
        </pc:picChg>
      </pc:sldChg>
      <pc:sldChg chg="new del">
        <pc:chgData name="tharun kumar" userId="abd40af96d33c488" providerId="LiveId" clId="{2D797E2E-281E-46F2-9CF0-A4E34B3899AA}" dt="2026-02-13T06:17:25.056" v="1712" actId="2696"/>
        <pc:sldMkLst>
          <pc:docMk/>
          <pc:sldMk cId="2937241015" sldId="2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82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29686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332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80775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910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581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290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4827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464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741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7843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715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650" r:id="rId12"/>
    <p:sldLayoutId id="2147483651" r:id="rId13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Management System</a:t>
            </a:r>
            <a:endParaRPr sz="3600" b="1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93698" y="4631995"/>
            <a:ext cx="3049919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Algerian" panose="04020705040A02060702" pitchFamily="82" charset="0"/>
              </a:rPr>
              <a:t>Presented by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Tharun kumar CH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No : 450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Innomatics Research Labs – Dilsukhnagar </a:t>
            </a:r>
          </a:p>
          <a:p>
            <a:endParaRPr lang="en-IN" sz="1800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C87D-3F57-0417-94D7-E6C69A1A2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sz="3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EAC14-E236-81B8-A1D3-E10E73632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840" lvl="0" indent="-457200">
              <a:buSzPts val="2400"/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 Statement</a:t>
            </a:r>
          </a:p>
          <a:p>
            <a:pPr marL="116840" lvl="0" indent="-457200">
              <a:buSzPts val="2400"/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 of the Project</a:t>
            </a:r>
          </a:p>
          <a:p>
            <a:pPr marL="116840" lvl="0" indent="-457200">
              <a:buSzPts val="2400"/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 Diagram</a:t>
            </a:r>
          </a:p>
          <a:p>
            <a:pPr marL="116840" lvl="0" indent="-457200">
              <a:buSzPts val="2400"/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Tables</a:t>
            </a:r>
          </a:p>
          <a:p>
            <a:pPr marL="116840" lvl="0" indent="-457200">
              <a:buSzPts val="2400"/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analysis questions </a:t>
            </a:r>
          </a:p>
          <a:p>
            <a:pPr marL="116840" lvl="0" indent="-457200">
              <a:buSzPts val="2400"/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 results with screenshots or summaries</a:t>
            </a:r>
          </a:p>
          <a:p>
            <a:pPr marL="116840" lvl="0" indent="-457200">
              <a:buSzPts val="2400"/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business insights </a:t>
            </a:r>
          </a:p>
          <a:p>
            <a:pPr marL="116840" lvl="0" indent="-457200">
              <a:buSzPts val="2400"/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61123F-4B1F-C760-14B3-A2C6364900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9041509" y="5758913"/>
            <a:ext cx="2514951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72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27" y="277907"/>
            <a:ext cx="10831749" cy="76640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75521" y="1640541"/>
            <a:ext cx="10440955" cy="5154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organizations struggle to manage employee information efficiently because their data is scattered across spreadsheets, files, or different systems.</a:t>
            </a:r>
          </a:p>
          <a:p>
            <a:pPr marL="0" indent="0">
              <a:buNone/>
            </a:pPr>
            <a:b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 teams find it difficult to track employee details, job roles, salaries, qualifications, leave records, and payroll information in one place.</a:t>
            </a:r>
          </a:p>
          <a:p>
            <a:pPr marL="0" indent="0">
              <a:buNone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Due to this:</a:t>
            </a:r>
          </a:p>
          <a:p>
            <a:pPr marL="0" indent="0">
              <a:buNone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Payroll calculations become time-consuming and error-prone</a:t>
            </a:r>
          </a:p>
          <a:p>
            <a:pPr marL="0" indent="0">
              <a:buNone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Leave tracking is inconsistent</a:t>
            </a:r>
          </a:p>
          <a:p>
            <a:pPr marL="0" indent="0">
              <a:buNone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Getting department-wise reports or employee insights is difficult</a:t>
            </a:r>
          </a:p>
          <a:p>
            <a:pPr marL="0" indent="0">
              <a:buNone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Data updates in one place are not reflected elsewhere, leading to inconsistencies</a:t>
            </a:r>
          </a:p>
          <a:p>
            <a:pPr marL="0" indent="0">
              <a:buNone/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alphaModFix amt="6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8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77049" y="6391210"/>
            <a:ext cx="2514951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92" y="215713"/>
            <a:ext cx="10953115" cy="649605"/>
          </a:xfrm>
        </p:spPr>
        <p:txBody>
          <a:bodyPr>
            <a:noAutofit/>
          </a:bodyPr>
          <a:lstStyle/>
          <a:p>
            <a:b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  <a:br>
              <a:rPr lang="en-IN" sz="3600" b="1" dirty="0"/>
            </a:b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49086" y="1111624"/>
            <a:ext cx="10282334" cy="4984375"/>
          </a:xfrm>
        </p:spPr>
        <p:txBody>
          <a:bodyPr>
            <a:noAutofit/>
          </a:bodyPr>
          <a:lstStyle/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Main Objective:</a:t>
            </a:r>
          </a:p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To design and implement a centralized Employee Management System that efficiently stores, manages, and retrieves employee-related data, helping the organization streamline HR operations and maintain accurate records.</a:t>
            </a:r>
          </a:p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Key Points: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1. To store employee information such as Personal details, job roles, and departments in a       	structured database.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To manage salary, bonus, and payroll data accurately using relational tables.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To track employee qualifications and leave records for better workforce management.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4. To ensure data integrity and consistency using primary keys, foreign keys, and cascading 	actions.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5. To enable easy querying and reporting for HR insights like payroll analysis, leave trends, and 	department-wise roles.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6. To reduce manual effort and errors in HR data management.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alphaModFix amt="6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72642" y="6239683"/>
            <a:ext cx="2461099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6508-6A28-8152-8CA6-451A9190C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541" y="356098"/>
            <a:ext cx="10772775" cy="58060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09485-1C0D-1B0F-1A8F-BE25BAC6F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591" y="936700"/>
            <a:ext cx="10753725" cy="5795794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Department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Table includes: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Job_ID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Job dept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Dept name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Job description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salary range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5D4FEC-FBE9-33C2-B6E4-1DF92451C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748" y="4205517"/>
            <a:ext cx="9059539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690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59BD7-6C22-8DF2-2F8C-527C585D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FF9B7-AC43-7BF5-CF09-7C2B2D4FA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541" y="356098"/>
            <a:ext cx="10772775" cy="58060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3AFE7-F253-6F3B-BE44-E0729EEDF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591" y="936700"/>
            <a:ext cx="10753725" cy="5795794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 Bonus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Table includes: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Salary_ID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Job_ID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Amount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Annual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Bonus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589D93-48E0-1827-B522-4B68E56C9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548" y="4133422"/>
            <a:ext cx="3753374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014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2AF5D-7A36-3A2B-FB85-5C4F2E520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D7636-CB86-E3B5-897B-01079B4C7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541" y="356098"/>
            <a:ext cx="10772775" cy="58060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CF153-5ABF-9055-99E1-C68141EEE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591" y="936700"/>
            <a:ext cx="10753725" cy="5795794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details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Table includes: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Emp_ID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Firstname and Lastname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Gender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Age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Address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Employee_mail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7.Emp_pass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Job_ID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990634-EACA-CEBD-5C20-05030040A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119" y="4367464"/>
            <a:ext cx="8078327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341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6950E-2112-20EF-61F3-2B6054481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3E369-E659-A5B2-138D-D6164C39D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541" y="356098"/>
            <a:ext cx="10772775" cy="58060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79A4C-B780-2E6C-233A-9DF71DF1E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591" y="936700"/>
            <a:ext cx="10753725" cy="5795794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Qualification details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Table includes: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Qualification ID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Emp ID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Position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Requirements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Date In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2F23DB-9B0F-EBC1-4097-C293EEAD6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625" y="4189458"/>
            <a:ext cx="5468113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96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3D2A5-8683-7A22-1478-6EDDDB51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051A-7339-06BB-9996-38E479318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541" y="356098"/>
            <a:ext cx="10772775" cy="58060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87DD6-674E-98D9-F449-7FA418684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591" y="936700"/>
            <a:ext cx="10753725" cy="5795794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Leave details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Table includes: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Leave ID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Emp ID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Date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Reason for leave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CB4CEC-E65F-7A7C-965A-13A181604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247" y="3834597"/>
            <a:ext cx="3524742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95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30612-3C96-9B58-DE21-4BE34044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8ECE7-46AE-2BE5-9CC1-DFDC23EA1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541" y="356098"/>
            <a:ext cx="10772775" cy="58060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9F059-DE6B-75D0-210D-B672F3D19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591" y="936700"/>
            <a:ext cx="10753725" cy="5795794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Leave details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Table includes: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Payroll ID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Emp ID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Job ID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Salary ID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Leave ID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Date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Report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Total Amount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08345A-B45A-AC0E-1A7A-508CCAA5E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821" y="4305436"/>
            <a:ext cx="6239746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42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3115" y="603116"/>
            <a:ext cx="10953345" cy="797668"/>
          </a:xfrm>
        </p:spPr>
        <p:txBody>
          <a:bodyPr>
            <a:normAutofit fontScale="90000"/>
          </a:bodyPr>
          <a:lstStyle/>
          <a:p>
            <a:b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br>
              <a:rPr lang="en-IN" dirty="0"/>
            </a:b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9701529" y="6354090"/>
            <a:ext cx="2276273" cy="4167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5B0FBB-C63B-B3C5-8966-8D162635A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665" y="295528"/>
            <a:ext cx="7597798" cy="59593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3B348-E139-9102-F41D-088C9ACC1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63" y="336711"/>
            <a:ext cx="10772775" cy="692773"/>
          </a:xfrm>
        </p:spPr>
        <p:txBody>
          <a:bodyPr>
            <a:normAutofit/>
          </a:bodyPr>
          <a:lstStyle/>
          <a:p>
            <a:r>
              <a:rPr lang="en-IN" sz="3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Cardinality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EE4F56E-BC69-69FA-CC7D-C1E0C1E572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2746052"/>
              </p:ext>
            </p:extLst>
          </p:nvPr>
        </p:nvGraphicFramePr>
        <p:xfrm>
          <a:off x="1016934" y="2536676"/>
          <a:ext cx="10753725" cy="3291840"/>
        </p:xfrm>
        <a:graphic>
          <a:graphicData uri="http://schemas.openxmlformats.org/drawingml/2006/table">
            <a:tbl>
              <a:tblPr/>
              <a:tblGrid>
                <a:gridCol w="3584575">
                  <a:extLst>
                    <a:ext uri="{9D8B030D-6E8A-4147-A177-3AD203B41FA5}">
                      <a16:colId xmlns:a16="http://schemas.microsoft.com/office/drawing/2014/main" val="1976564725"/>
                    </a:ext>
                  </a:extLst>
                </a:gridCol>
                <a:gridCol w="3584575">
                  <a:extLst>
                    <a:ext uri="{9D8B030D-6E8A-4147-A177-3AD203B41FA5}">
                      <a16:colId xmlns:a16="http://schemas.microsoft.com/office/drawing/2014/main" val="302458692"/>
                    </a:ext>
                  </a:extLst>
                </a:gridCol>
                <a:gridCol w="3584575">
                  <a:extLst>
                    <a:ext uri="{9D8B030D-6E8A-4147-A177-3AD203B41FA5}">
                      <a16:colId xmlns:a16="http://schemas.microsoft.com/office/drawing/2014/main" val="216917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Parent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Child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63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JobDepartment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: 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8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JobDepartment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SalaryBonus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: 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156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: 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492823"/>
                  </a:ext>
                </a:extLst>
              </a:tr>
              <a:tr h="206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Qualification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: 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38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Employee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Payroll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: 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515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JobDepartment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Payroll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: 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869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SalaryBonus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Payroll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: 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151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Leaves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Payroll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: 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69718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9892D5F-D821-2888-E4E9-75FAE624D2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27819" y="6243405"/>
            <a:ext cx="2461099" cy="46679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394976-3CB7-DF05-CE84-5577D61FC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928959"/>
              </p:ext>
            </p:extLst>
          </p:nvPr>
        </p:nvGraphicFramePr>
        <p:xfrm>
          <a:off x="903194" y="1114134"/>
          <a:ext cx="10045512" cy="51292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8504">
                  <a:extLst>
                    <a:ext uri="{9D8B030D-6E8A-4147-A177-3AD203B41FA5}">
                      <a16:colId xmlns:a16="http://schemas.microsoft.com/office/drawing/2014/main" val="2774316391"/>
                    </a:ext>
                  </a:extLst>
                </a:gridCol>
                <a:gridCol w="3348504">
                  <a:extLst>
                    <a:ext uri="{9D8B030D-6E8A-4147-A177-3AD203B41FA5}">
                      <a16:colId xmlns:a16="http://schemas.microsoft.com/office/drawing/2014/main" val="748364553"/>
                    </a:ext>
                  </a:extLst>
                </a:gridCol>
                <a:gridCol w="3348504">
                  <a:extLst>
                    <a:ext uri="{9D8B030D-6E8A-4147-A177-3AD203B41FA5}">
                      <a16:colId xmlns:a16="http://schemas.microsoft.com/office/drawing/2014/main" val="1789451087"/>
                    </a:ext>
                  </a:extLst>
                </a:gridCol>
              </a:tblGrid>
              <a:tr h="569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Parent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Child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Relationship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92375"/>
                  </a:ext>
                </a:extLst>
              </a:tr>
              <a:tr h="569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Job 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: 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535423"/>
                  </a:ext>
                </a:extLst>
              </a:tr>
              <a:tr h="569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Job 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SalaryBonus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: 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3443340"/>
                  </a:ext>
                </a:extLst>
              </a:tr>
              <a:tr h="569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: 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5145993"/>
                  </a:ext>
                </a:extLst>
              </a:tr>
              <a:tr h="569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Qualification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: 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791787"/>
                  </a:ext>
                </a:extLst>
              </a:tr>
              <a:tr h="569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: 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9935060"/>
                  </a:ext>
                </a:extLst>
              </a:tr>
              <a:tr h="569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Job 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Payroll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: 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7405880"/>
                  </a:ext>
                </a:extLst>
              </a:tr>
              <a:tr h="569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Salary Bonus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: 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340295"/>
                  </a:ext>
                </a:extLst>
              </a:tr>
              <a:tr h="569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Leaves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Payroll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: 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283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4863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1294" y="699248"/>
            <a:ext cx="9955304" cy="594531"/>
          </a:xfrm>
        </p:spPr>
        <p:txBody>
          <a:bodyPr>
            <a:normAutofit/>
          </a:bodyPr>
          <a:lstStyle/>
          <a:p>
            <a:pPr marL="25400" lvl="0" algn="l">
              <a:lnSpc>
                <a:spcPct val="90000"/>
              </a:lnSpc>
              <a:spcBef>
                <a:spcPts val="1000"/>
              </a:spcBef>
              <a:buSzPts val="2400"/>
            </a:pP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questions 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41293" y="1266884"/>
            <a:ext cx="10327342" cy="4582089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Which departments have the highest number of employees?</a:t>
            </a:r>
          </a:p>
          <a:p>
            <a:pPr marL="0" indent="0"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414" y="2141810"/>
            <a:ext cx="4172532" cy="203863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137" y="3310839"/>
            <a:ext cx="2579449" cy="2038634"/>
          </a:xfrm>
          <a:prstGeom prst="rect">
            <a:avLst/>
          </a:prstGeom>
          <a:effectLst>
            <a:outerShdw blurRad="50800" dist="50800" dir="5400000" sx="101000" sy="101000" algn="ctr" rotWithShape="0">
              <a:srgbClr val="000000">
                <a:alpha val="62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78213" y="875488"/>
            <a:ext cx="10632332" cy="53502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What is the average salary per department?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767" y="1349651"/>
            <a:ext cx="5125165" cy="19814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405" y="1362550"/>
            <a:ext cx="2568102" cy="2066450"/>
          </a:xfrm>
          <a:prstGeom prst="rect">
            <a:avLst/>
          </a:prstGeom>
          <a:effectLst>
            <a:outerShdw blurRad="50800" dist="50800" dir="5400000" sx="101000" sy="101000" algn="ctr" rotWithShape="0">
              <a:srgbClr val="000000">
                <a:alpha val="80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778213" y="3331128"/>
            <a:ext cx="69115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Who are the top 5 highest-paid employees?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767" y="3792792"/>
            <a:ext cx="4303177" cy="233844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7923" y="4279673"/>
            <a:ext cx="3229584" cy="1459148"/>
          </a:xfrm>
          <a:prstGeom prst="rect">
            <a:avLst/>
          </a:prstGeom>
          <a:effectLst>
            <a:outerShdw blurRad="50800" dist="50800" dir="5400000" sx="101000" sy="101000" algn="ctr" rotWithShape="0">
              <a:srgbClr val="000000">
                <a:alpha val="7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46306" y="826851"/>
            <a:ext cx="10525328" cy="531130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What is the total salary expenditure across the company?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How many employees have at least one qualification listed?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1" y="1594002"/>
            <a:ext cx="3646677" cy="11381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868" y="1828800"/>
            <a:ext cx="1935804" cy="668541"/>
          </a:xfrm>
          <a:prstGeom prst="rect">
            <a:avLst/>
          </a:prstGeom>
          <a:effectLst>
            <a:outerShdw blurRad="50800" dist="50800" dir="5400000" sx="101000" sy="101000" algn="ctr" rotWithShape="0">
              <a:srgbClr val="000000">
                <a:alpha val="75000"/>
              </a:srgbClr>
            </a:outerShdw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868" y="4506404"/>
            <a:ext cx="1935804" cy="668541"/>
          </a:xfrm>
          <a:prstGeom prst="rect">
            <a:avLst/>
          </a:prstGeom>
          <a:effectLst>
            <a:outerShdw blurRad="50800" dist="50800" dir="5400000" sx="101000" sy="101000" algn="ctr" rotWithShape="0">
              <a:srgbClr val="000000">
                <a:alpha val="75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331" y="4125864"/>
            <a:ext cx="4039159" cy="16497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9822" y="651752"/>
            <a:ext cx="10580450" cy="542803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Which positions require the most qualifications?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Which employees have the highest number of qualifications?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54" y="1488333"/>
            <a:ext cx="5710136" cy="14399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659" y="366264"/>
            <a:ext cx="3511684" cy="2571024"/>
          </a:xfrm>
          <a:prstGeom prst="rect">
            <a:avLst/>
          </a:prstGeom>
          <a:effectLst>
            <a:outerShdw blurRad="50800" dist="50800" dir="5400000" sx="101000" sy="101000" algn="ctr" rotWithShape="0">
              <a:srgbClr val="000000">
                <a:alpha val="75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954" y="3764903"/>
            <a:ext cx="4659547" cy="231488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494" y="3683528"/>
            <a:ext cx="3511684" cy="2477632"/>
          </a:xfrm>
          <a:prstGeom prst="rect">
            <a:avLst/>
          </a:prstGeom>
          <a:effectLst>
            <a:outerShdw blurRad="50800" dist="50800" dir="5400000" sx="101000" sy="101000" algn="ctr" rotWithShape="0">
              <a:srgbClr val="000000">
                <a:alpha val="75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07396" y="680937"/>
            <a:ext cx="10573966" cy="549612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Which year had the most employees taking leaves?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What is the average number of leave days taken by its employees per department?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384" y="1682885"/>
            <a:ext cx="3107988" cy="554476"/>
          </a:xfrm>
          <a:prstGeom prst="rect">
            <a:avLst/>
          </a:prstGeom>
          <a:effectLst>
            <a:outerShdw blurRad="50800" dist="50800" dir="5400000" sx="101000" sy="101000" algn="ctr" rotWithShape="0">
              <a:srgbClr val="000000">
                <a:alpha val="7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591" y="4173166"/>
            <a:ext cx="6458851" cy="200389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4579" y="4173166"/>
            <a:ext cx="2757794" cy="1930765"/>
          </a:xfrm>
          <a:prstGeom prst="rect">
            <a:avLst/>
          </a:prstGeom>
          <a:effectLst>
            <a:outerShdw blurRad="50800" dist="50800" dir="5400000" sx="101000" sy="101000" algn="ctr" rotWithShape="0">
              <a:srgbClr val="000000">
                <a:alpha val="75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4814" y="1144687"/>
            <a:ext cx="3952292" cy="18971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65762" y="778213"/>
            <a:ext cx="10457234" cy="537939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Which employees have taken the most leaves?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What is the total monthly payroll processed?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30" y="4370951"/>
            <a:ext cx="4172532" cy="15337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770" y="1284051"/>
            <a:ext cx="4073345" cy="231079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013" y="700391"/>
            <a:ext cx="2905530" cy="3064214"/>
          </a:xfrm>
          <a:prstGeom prst="rect">
            <a:avLst/>
          </a:prstGeom>
          <a:effectLst>
            <a:outerShdw blurRad="50800" dist="50800" dir="5400000" sx="101000" sy="101000" algn="ctr" rotWithShape="0">
              <a:srgbClr val="000000">
                <a:alpha val="75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9498" y="4679004"/>
            <a:ext cx="2098033" cy="711264"/>
          </a:xfrm>
          <a:prstGeom prst="rect">
            <a:avLst/>
          </a:prstGeom>
          <a:effectLst>
            <a:outerShdw blurRad="50800" dist="50800" dir="5400000" sx="101000" sy="101000" algn="ctr" rotWithShape="0">
              <a:srgbClr val="000000">
                <a:alpha val="75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7A7B0-10B7-55F4-EAB8-6EA95845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588561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IN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E73B31-1E81-C53C-55B5-58AA2176CA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4256" y="1888851"/>
            <a:ext cx="4331089" cy="1336737"/>
          </a:xfrm>
        </p:spPr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Which is the average salary range per department ?</a:t>
            </a:r>
          </a:p>
          <a:p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88F77CE-C9BC-E576-08AE-083A77337A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6B1C0D-FE6F-D5F5-D5E2-80D4084DF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745" y="626283"/>
            <a:ext cx="6354062" cy="60492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1663C3-331D-62FB-7794-C98D65BF7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4" y="4300780"/>
            <a:ext cx="2972215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893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843" y="622571"/>
            <a:ext cx="10963072" cy="69066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Insights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65762" y="1927412"/>
            <a:ext cx="10457234" cy="4171830"/>
          </a:xfrm>
        </p:spPr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Centralized employee and payroll data enables faster, data-driven HR and management decisions.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Department-wise salary and bonus analysis helps identify high-cost roles and optimize budgets.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Integrated leave and payroll data reveals attendance patterns impacting productivity and compensation.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Qualification and skill analysis highlights workforce gaps, supporting training and hiring strategies</a:t>
            </a:r>
            <a:r>
              <a:rPr lang="en-US" dirty="0">
                <a:latin typeface="Bell MT" panose="02020503060305020303" pitchFamily="18" charset="0"/>
              </a:rPr>
              <a:t>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9060964" y="5768639"/>
            <a:ext cx="2514951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846306"/>
            <a:ext cx="9601196" cy="612843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295401" y="1712068"/>
            <a:ext cx="9601196" cy="390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Employee Management System efficiently manages employee, job, payroll, qualification, and leave data using a relational database.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ensures data accuracy and consistency through well-defined relationships and constraints. The system simplifies payroll processing and leave management through integrated data handling.</a:t>
            </a:r>
          </a:p>
          <a:p>
            <a:pPr marL="0" indent="0">
              <a:buNone/>
            </a:pP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Centralized data storage improves HR efficiency and supports informed decision-making. Overall, the project demonstrates the value of database-driven solutions in HR management.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9041509" y="5758913"/>
            <a:ext cx="2514951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/>
        </p:nvSpPr>
        <p:spPr>
          <a:xfrm>
            <a:off x="1244600" y="2997201"/>
            <a:ext cx="2744694" cy="714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 panose="02000000000000000000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9041509" y="5758913"/>
            <a:ext cx="2514951" cy="466790"/>
          </a:xfrm>
          <a:prstGeom prst="rect">
            <a:avLst/>
          </a:prstGeom>
        </p:spPr>
      </p:pic>
      <p:pic>
        <p:nvPicPr>
          <p:cNvPr id="1026" name="Picture 2" descr="1,100+ Thank You Emoji Stock Photos ...">
            <a:extLst>
              <a:ext uri="{FF2B5EF4-FFF2-40B4-BE49-F238E27FC236}">
                <a16:creationId xmlns:a16="http://schemas.microsoft.com/office/drawing/2014/main" id="{A976B93C-A8EA-1537-162B-5CB4794AB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33" y="597152"/>
            <a:ext cx="4719745" cy="5663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81637" y="766979"/>
            <a:ext cx="2281516" cy="2944409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lgerian" panose="04020705040A02060702" pitchFamily="82" charset="0"/>
                <a:cs typeface="Times New Roman" panose="02020603050405020304" pitchFamily="18" charset="0"/>
              </a:rPr>
              <a:t>ANY QUERIES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9041509" y="5758913"/>
            <a:ext cx="2514951" cy="466790"/>
          </a:xfrm>
          <a:prstGeom prst="rect">
            <a:avLst/>
          </a:prstGeom>
        </p:spPr>
      </p:pic>
      <p:pic>
        <p:nvPicPr>
          <p:cNvPr id="2052" name="Picture 4" descr="funny emoji, question mark ...">
            <a:extLst>
              <a:ext uri="{FF2B5EF4-FFF2-40B4-BE49-F238E27FC236}">
                <a16:creationId xmlns:a16="http://schemas.microsoft.com/office/drawing/2014/main" id="{60353A05-A1D0-668B-550E-0023DA165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060" y="2918292"/>
            <a:ext cx="1771650" cy="258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261</TotalTime>
  <Words>817</Words>
  <Application>Microsoft Office PowerPoint</Application>
  <PresentationFormat>Widescreen</PresentationFormat>
  <Paragraphs>183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Calibri Light</vt:lpstr>
      <vt:lpstr>Algerian</vt:lpstr>
      <vt:lpstr>Libre Baskerville</vt:lpstr>
      <vt:lpstr>Cambria</vt:lpstr>
      <vt:lpstr>Wingdings</vt:lpstr>
      <vt:lpstr>Times New Roman</vt:lpstr>
      <vt:lpstr>Bell MT</vt:lpstr>
      <vt:lpstr>Calibri</vt:lpstr>
      <vt:lpstr>Metropolitan</vt:lpstr>
      <vt:lpstr>PowerPoint Presentation</vt:lpstr>
      <vt:lpstr>Agenda</vt:lpstr>
      <vt:lpstr>Business Problem</vt:lpstr>
      <vt:lpstr> Objective of the Project </vt:lpstr>
      <vt:lpstr>Tables</vt:lpstr>
      <vt:lpstr>Tables</vt:lpstr>
      <vt:lpstr>Tables</vt:lpstr>
      <vt:lpstr>Tables</vt:lpstr>
      <vt:lpstr>Tables</vt:lpstr>
      <vt:lpstr>Tables</vt:lpstr>
      <vt:lpstr> ER Diagram </vt:lpstr>
      <vt:lpstr>Cardinality</vt:lpstr>
      <vt:lpstr>Key analysis questions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Challenges</vt:lpstr>
      <vt:lpstr>Final Business Insights</vt:lpstr>
      <vt:lpstr>Conclusion</vt:lpstr>
      <vt:lpstr>PowerPoint Presentation</vt:lpstr>
      <vt:lpstr>ANY QUERIES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tharun kumar</cp:lastModifiedBy>
  <cp:revision>11</cp:revision>
  <dcterms:created xsi:type="dcterms:W3CDTF">2021-02-16T05:19:00Z</dcterms:created>
  <dcterms:modified xsi:type="dcterms:W3CDTF">2026-02-13T09:42:23Z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D69CF53C0B6B4FBDB37F8C4394ED1F0B_12</vt:lpwstr>
  </property>
  <property fmtid="{D5CDD505-2E9C-101B-9397-08002B2CF9AE}" pid="3" name="KSOProductBuildVer">
    <vt:lpwstr>1033-12.2.0.23196</vt:lpwstr>
  </property>
</Properties>
</file>